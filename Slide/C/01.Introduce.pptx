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CA193-211E-34B0-F5BC-9DF1677BF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D4792-A74C-DF87-094F-3A2244BC6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D822B-B23A-3C7E-0DF4-F922CD66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D122D-BC08-94DE-D57A-608978990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F4E2-2FFF-8CCC-E6E5-6FDC769E3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5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2CCD-6432-D741-8E07-F71EC8F9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D55D4-5C1A-BAEB-A48A-3F1ABC580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146A-30EB-0689-C432-B725BFCD1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7901-1667-CB75-BAAD-A169F7B7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A3AA-B01A-66A3-040A-6DBE1593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7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19B0-2941-1DBB-D379-ECB49A50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AAA0-D3C5-2716-0D8F-75C03F477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A14E2-57F9-BA74-3745-111AD5D0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78DF6-1ACB-E8EB-031B-5E0BD380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11AC4-431C-95C5-69F6-962FA90C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9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7E8E-A006-C833-30E6-C955B2F1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B74F9-FB9E-D0F6-E1F4-6D423A18E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95DED-C8EE-8C70-B940-1EBFC1F71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1FA4A-C3B3-2AA6-D1FA-63DE839E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20FAF-1FF0-DF8C-77D9-01D155BF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57562-D874-88D1-82CB-52AF2239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3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0472-7F3D-6E3C-4506-CA3880CB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206AA-DF0B-B34D-AFF4-8D5CB1049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B5F32-1A9A-58FE-98D7-DC49CE850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8D9A9-655B-365E-2DD6-A36EEAF14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2A735-C68F-2ADF-8BDF-D5F1F9589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D6BCD-1A4C-CFC1-B892-A0DF7D28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67BF9-8BCC-A649-670C-834E908D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E5D63-2EE8-141A-8FF0-85987356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0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C712-8583-3038-4BB3-798F1D69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E007C-FC76-98B3-01FC-4359A68E3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37C24-221E-3A6C-3CEC-1F53EF19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E13C4-FE4A-4B58-000E-3D4AE906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9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8944F-C4BB-4C28-10FE-D90A9D2B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422AF-C78D-5370-80F6-AFAAA2CE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F917A-43ED-9A67-00EB-A825249C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82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1425-42AD-CEFA-A9A6-38CF4883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A9226-46D3-700E-AB66-62447067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0ED59-F324-402D-2846-4DEA4AD4C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32EBB-CA8A-C8BB-47B7-B5535CBA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9F420-0266-2A98-0ABE-13A2FAC2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03B77-7B56-B882-5311-A4E2D96B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35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1D6E-9C6A-4408-851C-54FE3C75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E4FD7F-65FE-3F7F-2167-65AC79163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A2E3D-D10F-5739-A628-5B078AA1F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D15EF-9FD4-A150-61D8-52029401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A27A3-200D-84A6-F5D9-E9354479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48F88-772B-94CA-87BE-F5D3682B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1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E2C7-0F1F-3779-42F5-44583750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711D3-C14E-E91A-6DD6-80AE87F7D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F6AA-A7AB-E096-5DB6-8036F441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89BB7-99DB-64D1-16F6-9ED67EAA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DD328-C677-1D11-E6B9-45BADFB7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3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B0C41-366B-0EFA-6B85-C5AA1D9B6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1B181-748D-48D2-2BCB-DB191294C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C8C76-9E34-E246-8CA3-C096B876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B7F4-F0C8-16F2-2D4D-1759A502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17A88-2679-4E86-0531-A2DB0359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3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FE5B0-F24A-6193-51B1-715DD0C1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5B98D-A21F-D5D3-00B2-E626C9636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6B5CA-AD52-92D3-63C6-995B5ECA4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611B1-9671-4F74-87BD-A53A0B4392EE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737DB-978D-CBED-90BC-4BE4CFAC4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7B12-AD2C-CD27-6EA3-18F63DE42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47142-FB3B-4771-951F-B071C8197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1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D307-0FFA-9382-81EF-5B4562200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970" y="547010"/>
            <a:ext cx="9144000" cy="1209871"/>
          </a:xfrm>
        </p:spPr>
        <p:txBody>
          <a:bodyPr/>
          <a:lstStyle/>
          <a:p>
            <a:pPr algn="l"/>
            <a:r>
              <a:rPr lang="en-US"/>
              <a:t>1. Introduce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788F8-C8C4-345F-806D-1E489BAE8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970" y="1937625"/>
            <a:ext cx="10342652" cy="363096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481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1. Introduce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Toàn Ngô</dc:creator>
  <cp:lastModifiedBy>Toàn Ngô</cp:lastModifiedBy>
  <cp:revision>2</cp:revision>
  <dcterms:created xsi:type="dcterms:W3CDTF">2026-01-24T04:15:29Z</dcterms:created>
  <dcterms:modified xsi:type="dcterms:W3CDTF">2026-01-24T04:16:21Z</dcterms:modified>
</cp:coreProperties>
</file>